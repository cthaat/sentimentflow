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COVER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TOC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SECTION 01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WHY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DELIVERY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SECTION 02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ARCHITECTURE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0-5 CONTRACT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TWO FLOWS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PREDICT PATH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SECTION 03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FRONTEND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BACKEND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MODEL MANAGEMENT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SECTION 04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LSTM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BERT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TEACHER / STUDENT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LOSS &amp; METRICS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SECTION 05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DEPLOYMENT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TESTING &amp; DEMO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INTERACTIVE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QUOTE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FUTURE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============================================================
     CLOSING
     ============================================================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SentimentFlow — 中文情感分析全栈系统</dc:title>
  <dc:subject>SentimentFlow 项目答辩与技术汇报。
</dc:subject>
  <dc:creator>SentimentFlow Team</dc:creator>
  <cp:lastModifiedBy>SentimentFlow Team</cp:lastModifiedBy>
  <cp:revision>1</cp:revision>
  <dcterms:created xsi:type="dcterms:W3CDTF">2026-05-16T09:04:58Z</dcterms:created>
  <dcterms:modified xsi:type="dcterms:W3CDTF">2026-05-16T09:04:58Z</dcterms:modified>
</cp:coreProperties>
</file>